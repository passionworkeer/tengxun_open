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Code Analysis Optimization with PE / RAG / 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68096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Celery cross-file dependency analysis, strict layered scoring, and ablation-driven strategy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554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2801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73552"/>
            <a:ext cx="12801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Eval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743200"/>
            <a:ext cx="1554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2834640"/>
            <a:ext cx="12801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273552"/>
            <a:ext cx="12801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Few-shot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743200"/>
            <a:ext cx="1554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834640"/>
            <a:ext cx="12801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F59E0B"/>
                </a:solidFill>
                <a:latin typeface="Aptos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273552"/>
            <a:ext cx="12801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FT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4320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83464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EF4444"/>
                </a:solidFill>
                <a:latin typeface="Aptos"/>
              </a:rPr>
              <a:t>0.4757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273552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Best strict GPT 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303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Best business-model route: GPT-5.4 + postprocess_targeted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43891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Aptos"/>
              </a:rPr>
              <a:t>Branch: codex/strict-pe-search | March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Dataset and 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Real open-source Celery cases, not synthetic toy samples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8288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55448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1"/>
            <a:ext cx="155448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Manual eval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097280"/>
            <a:ext cx="18288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88720"/>
            <a:ext cx="155448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27631"/>
            <a:ext cx="155448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Strict few-shot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97280"/>
            <a:ext cx="18288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155448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F59E0B"/>
                </a:solidFill>
                <a:latin typeface="Aptos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27631"/>
            <a:ext cx="155448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FT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097280"/>
            <a:ext cx="2468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188720"/>
            <a:ext cx="21945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EF4444"/>
                </a:solidFill>
                <a:latin typeface="Aptos"/>
              </a:rPr>
              <a:t>15 / 19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27631"/>
            <a:ext cx="21945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Difficulty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31720"/>
            <a:ext cx="374903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441448"/>
            <a:ext cx="34198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Failure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788920"/>
            <a:ext cx="341985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Type A 7 | Type B 9 | Type C 11 | Type D 11 | Type E 16
The eval set emphasizes dynamic resolution, re-export chains, finalize/proxy flows, and ambiguity-heavy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331720"/>
            <a:ext cx="374903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2441448"/>
            <a:ext cx="34198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788920"/>
            <a:ext cx="341985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Primary metric: union F1.
Strict add-on: active-layer macro F1 and mislayer rate.
This exposes cases where the model finds the FQN but puts it in the wrong layer.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331720"/>
            <a:ext cx="2926080" cy="17373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direct / indirect / implicit are preserved in the schema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All 54 official cases are manually labeled against real source code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Strict assets are used for audit, replay, and defense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Official eval file: data/eval_cases.json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Why This Task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Cross-file dependency analysis fails for different reasons than simple import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5272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Long call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3145536" cy="10789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The model must follow multi-hop routes from CLI or public entry points through wrappers, re-exports, and factories before reaching the final stable symbol.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25272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Implicit runtime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600200"/>
            <a:ext cx="3145536" cy="10789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finalize hooks, Proxy resolution, decorator registration, string-based symbol lookup, and loader callbacks create dependencies that plain static matching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430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25272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Layer 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600200"/>
            <a:ext cx="3145536" cy="10789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Finding an FQN is not enough. The model must also decide whether it is direct, indirect, or implicit without flattening everything into one bucket.</a:t>
            </a:r>
          </a:p>
        </p:txBody>
      </p:sp>
      <p:pic>
        <p:nvPicPr>
          <p:cNvPr id="13" name="Picture 12" descr="03_bottleneck_heatmap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512064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60" y="3200400"/>
            <a:ext cx="4389120" cy="20116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Aptos"/>
              </a:defRPr>
            </a:pPr>
            <a:r>
              <a:t>Long-context loss</a:t>
            </a:r>
          </a:p>
          <a:p>
            <a:pPr>
              <a:defRPr sz="1800">
                <a:solidFill>
                  <a:srgbClr val="0F172A"/>
                </a:solidFill>
                <a:latin typeface="Aptos"/>
              </a:defRPr>
            </a:pPr>
            <a:r>
              <a:t>Implicit edge omission</a:t>
            </a:r>
          </a:p>
          <a:p>
            <a:pPr>
              <a:defRPr sz="1800">
                <a:solidFill>
                  <a:srgbClr val="0F172A"/>
                </a:solidFill>
                <a:latin typeface="Aptos"/>
              </a:defRPr>
            </a:pPr>
            <a:r>
              <a:t>Cross-file association breaks</a:t>
            </a:r>
          </a:p>
          <a:p>
            <a:pPr>
              <a:defRPr sz="1800">
                <a:solidFill>
                  <a:srgbClr val="0F172A"/>
                </a:solidFill>
                <a:latin typeface="Aptos"/>
              </a:defRPr>
            </a:pPr>
            <a:r>
              <a:t>High union but wrong layer 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Key bottleneck framing: 'find the FQN' and 'place the layer' are different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Baseline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Commercial ceiling vs. open-source starting point</a:t>
            </a:r>
          </a:p>
        </p:txBody>
      </p:sp>
      <p:pic>
        <p:nvPicPr>
          <p:cNvPr id="4" name="Picture 3" descr="01_model_baselines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40080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234440"/>
            <a:ext cx="4206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79792" y="1344168"/>
            <a:ext cx="3877055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GPT-5.4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1691640"/>
            <a:ext cx="3877055" cy="484631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Commercial upper bound.
Avg = 0.2815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468880"/>
            <a:ext cx="4206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2578608"/>
            <a:ext cx="3877055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GLM-5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926080"/>
            <a:ext cx="3877055" cy="484631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Mostly limited by structured-output adaptation.
Avg = 0.0666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703320"/>
            <a:ext cx="4206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3813048"/>
            <a:ext cx="3877055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Qwen3.5-9B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4160520"/>
            <a:ext cx="3877055" cy="484631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Strict baseline is very low before systematic enhancement.
Avg = 0.0370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Formal baseline table appears in reports/DELIVERY_REPORT.md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Prompt Engineering Is The Strongest Single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Official 54-case progressive GPT-5.4 run</a:t>
            </a:r>
          </a:p>
        </p:txBody>
      </p:sp>
      <p:pic>
        <p:nvPicPr>
          <p:cNvPr id="4" name="Picture 3" descr="02_pe_progression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6294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34440"/>
            <a:ext cx="4069080" cy="21945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Baseline 0.2745 -&gt; postprocess 0.6062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CoT is positive on the official 54-case line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Few-shot is the main jump before post-processing</a:t>
            </a:r>
          </a:p>
          <a:p>
            <a:pPr>
              <a:defRPr sz="1600">
                <a:solidFill>
                  <a:srgbClr val="0F172A"/>
                </a:solidFill>
                <a:latin typeface="Aptos"/>
              </a:defRPr>
            </a:pPr>
            <a:r>
              <a:t>But union F1 alone still overestimates layer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4048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393192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475569"/>
                </a:solidFill>
                <a:latin typeface="Aptos"/>
              </a:rPr>
              <a:t>0.2745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37083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384048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393192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Aptos"/>
              </a:rPr>
              <a:t>0.5733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37083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Few-shot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384048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393192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0.6062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437083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Postprocess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PE result files: results/pe_eval_54_20260328/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Why Strict Metrics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8521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Union F1 can look high even when the model places dependencies in the wrong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0.6136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Old strict-best union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41732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F59E0B"/>
                </a:solidFill>
                <a:latin typeface="Aptos"/>
              </a:rPr>
              <a:t>0.4372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856231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Old strict-best macro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258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1732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EF4444"/>
                </a:solidFill>
                <a:latin typeface="Aptos"/>
              </a:rPr>
              <a:t>0.2336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56231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Old mislayer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258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41732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0.6338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856231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New strict-best union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325880"/>
            <a:ext cx="20116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417320"/>
            <a:ext cx="17373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Aptos"/>
              </a:rPr>
              <a:t>0.4757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856231"/>
            <a:ext cx="1737360" cy="29260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New strict-best macro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852928"/>
            <a:ext cx="30540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Metric 1: active-layer macro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00400"/>
            <a:ext cx="3054096" cy="8046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Penalizes wrong layer placement.
A method must improve the active dependency layers, not only the union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74320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52928"/>
            <a:ext cx="30540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Metric 2: mislayer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200400"/>
            <a:ext cx="3054096" cy="8046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Measures how often the model hits an FQN but assigns it to the wrong layer. Lower is better.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743200"/>
            <a:ext cx="3383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852928"/>
            <a:ext cx="30540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Main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200400"/>
            <a:ext cx="3054096" cy="8046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The best PE strategy is the one that keeps union high while also increasing macro and reducing mislayer.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Strict search report: reports/strict_pe_search_20260329.md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Strict PE Search: What Worked and What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The winning change was targeted example routing, not stronger prompt wording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52728"/>
            <a:ext cx="24140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Failed: layer_guard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241401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Higher union but much worse strict macro and mislayer.
The model became more pattern-driven, not more correct.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4300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252728"/>
            <a:ext cx="24140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Failed: assistant few-shot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600200"/>
            <a:ext cx="241401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Better JSON-following did not translate into better layer placement.
Strict metrics regressed sharply.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143000"/>
            <a:ext cx="25603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252728"/>
            <a:ext cx="22311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Worked: fewshot_targeted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600200"/>
            <a:ext cx="223113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Injected failure-mode anchors for Type B / E / D cases.
Improved macro without exploding mislayer.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143000"/>
            <a:ext cx="21488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1252728"/>
            <a:ext cx="181965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Best: postprocess_targeted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1600200"/>
            <a:ext cx="181965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Targeted selection plus layer-preserving parsing produced the new strict-best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5212080" cy="1645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Type B anchors: shared_task / finalize / proxy / pending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Type E anchors: symbol_by_name / loader / string import / backend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Type D anchors: ambiguity-heavy registry or naming collisions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Remaining few-shot slots are filled dynamically by relevance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34640"/>
            <a:ext cx="4754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44368"/>
            <a:ext cx="44256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Best strict PE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91840"/>
            <a:ext cx="4425696" cy="10789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postprocess_targeted
union 0.6338 | macro 0.4757 | mislayer 0.1620 | exact-layer 0.1296
This beats the prior strict-best 0.6136 / 0.4372 / 0.2336.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Result file: results/pe_targeted_full_20260329/pe_postprocess_targeted_strict.json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RAG Helps Hard Cases, Not Every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RAG is a targeted fixer for long-chain and dynamic scenarios</a:t>
            </a:r>
          </a:p>
        </p:txBody>
      </p:sp>
      <p:pic>
        <p:nvPicPr>
          <p:cNvPr id="4" name="Picture 3" descr="04_rag_retrieval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394960" cy="2331720"/>
          </a:xfrm>
          <a:prstGeom prst="rect">
            <a:avLst/>
          </a:prstGeom>
        </p:spPr>
      </p:pic>
      <p:pic>
        <p:nvPicPr>
          <p:cNvPr id="5" name="Picture 4" descr="05_rag_end_to_end_20260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539496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34440"/>
            <a:ext cx="5120640" cy="20116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Retrieval quality is measured separately: Recall@5 and MRR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End-to-end gain is modest overall: 0.2783 -&gt; 0.2940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Hard cases improve strongly: 0.1980 -&gt; 0.3372</a:t>
            </a:r>
          </a:p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Conclusion: RAG should be enabled selectively, not by default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749039"/>
            <a:ext cx="47548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3858768"/>
            <a:ext cx="44256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Operational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4206240"/>
            <a:ext cx="4425696" cy="9875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Turn on RAG for hard, long-chain, Type A, and Type E cases.
Do not assume more context always means better code analysis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Official RAG reports: reports/rag_pipeline.md and reports/rag_retrieval_eval_round4.md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Open-Source Model Strategy: PE + FT Is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Fine-tuning alone is not enough</a:t>
            </a:r>
          </a:p>
        </p:txBody>
      </p:sp>
      <p:pic>
        <p:nvPicPr>
          <p:cNvPr id="4" name="Picture 3" descr="06_qwen_strategies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49224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23444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32588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F59E0B"/>
                </a:solidFill>
                <a:latin typeface="Aptos"/>
              </a:rPr>
              <a:t>0.0932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6479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FT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32588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0EA5E9"/>
                </a:solidFill>
                <a:latin typeface="Aptos"/>
              </a:rPr>
              <a:t>0.2246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76479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234440"/>
            <a:ext cx="1234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1325880"/>
            <a:ext cx="96012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0B981"/>
                </a:solidFill>
                <a:latin typeface="Aptos"/>
              </a:rPr>
              <a:t>0.3865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1764792"/>
            <a:ext cx="960120" cy="20116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PE + 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4297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532888"/>
            <a:ext cx="39684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Main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880360"/>
            <a:ext cx="3968496" cy="7589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PE is the core gain source. FT learns domain patterns, but PE is what turns those patterns into stable, scorable JSON/FQN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977639"/>
            <a:ext cx="4297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4087368"/>
            <a:ext cx="396849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Best open-source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4434840"/>
            <a:ext cx="3968496" cy="484631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Highest strict-clean score: PE + RAG + FT = 0.5018
Lower-complexity strict route: PE + FT = 0.3865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Formal ablation matrix: reports/ablation_study.md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303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Final Strategy 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4416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Business model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3145536" cy="12618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Use GPT-5.4 + postprocess_targeted.
This is the current strict-best PE route and the easiest line to defend methodologically.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34416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Open-source highest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691640"/>
            <a:ext cx="3145536" cy="12618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Use Qwen PE + RAG + FT as the current strict-clean highest-score route.
It is the strongest complete open-source path in the repo.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344168"/>
            <a:ext cx="314553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Open-source default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691640"/>
            <a:ext cx="3145536" cy="12618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Use Qwen PE + FT as the lower-complexity strict-clean route.
Keep historical 0.4315 only as an archived comparison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The key methodological conclusion is not 'stronger prompts win'. It is: failure-mode definition + targeted few-shot + layer-preserving postprocess wins.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6675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Best strict GPT PE result: union 0.6338 | macro 0.4757 | mislayer 0.1620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Appendix: Training Evidence and Boundary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5895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Useful if the defense moves toward FT quality or risk questions</a:t>
            </a:r>
          </a:p>
        </p:txBody>
      </p:sp>
      <p:pic>
        <p:nvPicPr>
          <p:cNvPr id="4" name="Picture 3" descr="07_training_curve_20260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57784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25880"/>
            <a:ext cx="4754880" cy="22860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The training curve is stable and the final eval_loss is 0.4779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Evidence for 'no overfitting' is moderate, not maximal, because the historical run did not keep a full step-wise eval curve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The strict replay config now fixes this with eval_steps/save_steps=50 and best-checkpoint selection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GLM official thinking mode was explored but not included in the formal matrix because both stream and non-stream smoke runs stalled on the first case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Strict assets are the recommended path for replay and defense hardening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069080"/>
            <a:ext cx="45720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4178808"/>
            <a:ext cx="4242816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One-line boundary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4526280"/>
            <a:ext cx="4242816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Aptos"/>
              </a:rPr>
              <a:t>RAG is a hard-case fixer, PE is the core gain source, and FT becomes effective mainly when combined with 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Supporting docs: reports/strict_replay_guide_20260329.md and reports/strict_data_audit_20260329.md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Analysis Optimization Defense Deck</dc:title>
  <dc:subject>PE / RAG / FT on Celery code analysis</dc:subject>
  <dc:creator>OpenAI Codex</dc:creator>
  <cp:keywords/>
  <dc:description>Generated from repository metrics and final delivery assets.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